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76B900"/>
                </a:solidFill>
                <a:latin typeface="Segoe UI"/>
              </a:defRPr>
            </a:pPr>
            <a:r>
              <a:t>BuildTeamAI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Parametric Industrial Geometry on NVIDIA Omniverse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Kit Extension  |  build123d B-Rep Kernel  |  USD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9900"/>
                </a:solidFill>
                <a:latin typeface="Segoe UI"/>
              </a:defRPr>
            </a:pPr>
            <a:r>
              <a:t>Technical Architecture &amp;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Omniverse Kit Runtime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┌───────────────────────────────────────────────┐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    company.twin.tools Extension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┌──────────┐  ┌───────────┐  ┌───────────┐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│    UI    │  │   Core    │  │   Utils   │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│ Windows  │  │ Registry  │  │  Mating   │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└────┬─────┘  │ Assembly  │  │  Measure  │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   │        └─────┬─────┘  └───────────┘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   │              │             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┌────▼──────────────▼────────────────────┐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│        Object Generators               │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│   structural/  mep/  components/       │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└──────────────────┬─────────────────────┘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└─────────────────────│─────────────────────────┘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┌────▼─────┐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│ build123d│  B-Rep Solid Modeling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└────┬─────┘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┌─────────▼──────────┐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│   usd_utils        │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│   create_mesh_     │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│   from_shape()     │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└─────────┬──────────┘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┌────▼─────┐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│USD Stage │  Meshes + Materials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└──────────┘  + Metadata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Geometry Pipeline — Core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Manufacturer Spec (JSON / AISC DB)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Generator.create(**params)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  build123d operations: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    Box, Cylinder, extrude, fillet,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    boolean union / subtract / intersect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build123d Solid (B-Rep TopoDS_Shape)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usd_utils.create_mesh_from_shape(stage, path, shape)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  tessellate → vertices + face indices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  create UsdGeom.Mesh prim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  apply UsdShade.Material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│  write metadata via SetCustomDataByKey()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USD Prim on Stage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├─ Mesh geometry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├─ UsdPreviewSurface material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├─ Custom metadata (params for regeneration)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└─ Mating ports (twin:is_port)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Object Generator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class TrapezeMaker: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@staticmethod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def create(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stage: Usd.Stage,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prim_path: str,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span: float = 48.0,         # inches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rod_diameter: float = 0.375,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duct_diameter: float = 12.0,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) -&gt; Usd.Prim: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# 1. build123d geometry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rod = Cylinder(radius=rod_diameter/2, height=rod_length)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channel = extrude(channel_profile, amount=span)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solid = union(rod, channel, ...)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# 2. Tessellate to USD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prim = usd_utils.create_mesh_from_shape(stage, prim_path, solid)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# 3. Store params as metadata for regeneration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prim.SetCustomDataByKey("twin:generator", "trapeze")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prim.SetCustomDataByKey("twin:param:span", span)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prim.SetCustomDataByKey("twin:param:rod_diameter", rod_diameter)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 return prim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All generators follow this pattern. Static create(), units = inches, Y-Up.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Module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exts/company.twin.tools/company/twin/tools/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├── extension.py                 # Kit extension entry point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├── core/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equipment_registry.py    # Singleton registry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assembly.py              # Multi-component assemblies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registry_entries.py      # Generator adapters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spec_extractor.py        # Spec sheet parsing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└── triposr_client.py       # TripoSR API client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├── objects/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structural/              # wide_flange, channel, hss_tube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│                            # frame, strongback, steel_connections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mep/                     # duct_warp, trapeze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└── components/              # sheet_metal, pyramid, screen_guard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                             # stair, construction_cube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├── ui/                          # omni.ui window classes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catalog_window.py        # IEIP unified browser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wide_flange_window.py    # ... one window per generator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├── step_import_window.py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└── step_export_window.py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├── importers/                   # STEP / mesh import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├── exporters/                   # STEP export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├── solvers/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└── frame_solver.py          # Structural frame assembly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└── utils/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├── mating.py                # Anchor / port connections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└── measure_tool.py          # Distance / angle measurement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IEIP — Equipment 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858000" cy="45720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EquipmentRegistry  (Singleton)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register(entry_id, RegistryEntry)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get(entry_id) → RegistryEntry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list_category(cat) → [RegistryEntry, ...]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┌────────────────────────────────────────────────────┐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RegistryEntry                          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entry_id:        str                 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category:        str                 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generator_type:  A (stage-aware) | B (geom)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detail_levels:   [0, 1, 2, 3]        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param_schema:    dict                 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│    create(stage, path, **kw) → Prim                │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└────────────────────────────────────────────────────┘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         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GeneratorAdapter wraps existing create() methods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→ zero modification to generators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Detail Level 0 — PLACEHOLDER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  Bounding box only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Detail Level 1 — SCHEMATIC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  Simplified outline geometry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Detail Level 2 — PARAMETRIC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  Full geometry, no cosmetic details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Detail Level 3 — DETAILED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  Fillets, threads, labels, cosmetics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Assembly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943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JSON Template  (data/assemblies/*.json)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{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"assembly_id": "trapeze_run",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"components": [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{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"entry_id": "trapeze",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"params": { "span": 48 },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"transform": [0, 0, 0],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"ports": ["top_left", "top_right"]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},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{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"entry_id": "wide_flange",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"params": {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"size": "W8x18",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"length": 120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},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"mate_to": {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"component": 0,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  "port": "top_left"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  }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  }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  ]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│ }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CCCCC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50292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830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Assembly.build(stage, template)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  1. Instantiate each component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     via registry lookup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  2. Resolve mate_to references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     → align port positions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  3. Group under Xform prim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USD Xform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├─ child mesh 0  (trapeze)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├─ child mesh 1  (wide_flange)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└─ assembly metadata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Mating / Connection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# ── Port Definition (on generator output prim) 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prim.CreateAttribute("twin:is_port",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Sdf.ValueTypeNames.Bool).Set(True)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prim.CreateAttribute("twin:port_name",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Sdf.ValueTypeNames.String).Set("top_left")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prim.CreateAttribute("twin:port_direction",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Sdf.ValueTypeNames.Float3).Set((0, 1, 0))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# ── Mating Operation  (utils/mating.py) ─────────────────────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def mate(stage, prim_a, port_a_name, prim_b, port_b_name):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# 1. Find port transforms on both prims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port_a = find_port(prim_a, port_a_name)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port_b = find_port(prim_b, port_b_name)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# 2. Compute alignment transform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#    (position match + normal alignment)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xform = compute_mate_transform(port_a, port_b)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# 3. Apply transform to child prim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UsdGeom.Xformable(prim_b).ClearXformOpOrder()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prim_b.AddTranslateOp().Set(xform.translation)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prim_b.AddRotateXYZOp().Set(xform.rotation)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# 4. Record connection in metadata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prim_b.SetCustomDataByKey("twin:mated_to",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f"{prim_a.GetPath()}:{port_a_name}")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Ports survive regeneration — stored as USD attributes, not volatile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UI Pattern — omni.ui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# ── ComboBox Dropdown (ListItemModel) ────────────────────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class SizeModel(ui.AbstractItemModel):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def __init__(self, options: list[str]):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self._items = [ListItem(o) for o in options]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def get_item_children(self, item):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return self._items if item is None else []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# ── Window Structure ─────────────────────────────────────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class WideFlangeWindow(ui.Window):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super().__init__("Wide Flange", width=300, height=400)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self._build_ui()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def _build_ui(self):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with self.frame: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with ui.VStack(spacing=8):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    ui.Label("Section Size")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    self._size_combo = ui.ComboBox(self._size_model)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    ui.Label("Length (in)")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    self._length = ui.FloatField(default_value=120.0)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    ui.Button("Create", clicked_fn=self._on_create)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def _on_create(self):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stage = omni.usd.get_context().get_stage()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WideFlangeMaker.create(stage, "/World/WF_001",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size=self._get_selected_size(),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     length=self._length.model.get_value_as_float())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Data-Driven Generators — AISC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data/aisc_wide_flanges.json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"W10x22":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"d":  10.17,     // depth (inches)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"bf":  5.75,     // flange width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"tf":  0.360,    // flange thickness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"tw":  0.240,    // web thickness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"weight": 22     // lb/ft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},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"W12x26": { ... },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"W14x30": { ... },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...  // full AISC catalog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1148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WideFlangeMaker.create():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spec = load_json(size)  # e.g. "W10x22"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# build123d: extrude I-profile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flange_top = Box(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spec.bf, spec.tf, length)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web = Box(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spec.tw, spec.d - 2*spec.tf, length)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flange_bot = Box(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spec.bf, spec.tf, length)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solid = union(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flange_top, web, flange_bot)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# → tessellate → USD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900"/>
                </a:solidFill>
                <a:latin typeface="Segoe UI"/>
              </a:defRPr>
            </a:pPr>
            <a:r>
              <a:t>Any AISC section generated on demand — no pre-modeled geometry stored.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Frame Solver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solvers/frame_solver.py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Input: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Member definitions: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  - start / end points (3D vectors)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  - section size   (e.g. "W8x18")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  - member type    (beam/column/brace)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Process: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1. Generate each member geometry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   (via WideFlangeMaker / ChannelMaker)│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2. Orient along start → end vector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3. Generate connections at joints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4. Group under frame Xform prim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Output: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Complete structural frame as USD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hierarchy with per-member metadata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│  and connection details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TripoSR — Image-to-3D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7315200" cy="45720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94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┌─────────────┐       HTTP         ┌────────────────────┐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 Kit UI    │ ◄───────────────► │  FastAPI Server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triposr_   │   localhost:8000   │  (Python 3.10)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│  window.py  │                    │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└──────┬──────┘                    │  TripoSR Model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                           │  PyTorch + CUDA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  POST /generate           │  RTX A3000 12GB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  { image: base64 }        │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                           │  Performance: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  Response:                │  ~10s total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  { mesh: OBJ data }      │    5.4s model load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                           │    1.7s inference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▼                           │    2.4s extraction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mesh_importer.py                 └────────────────────┘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UsdGeom.Mesh on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Tech Stack: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PyTorch 2.5.1 + cu121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PyMCubes (no C++ compiler)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RTX A3000 12GB VRAM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Python 3.10 embeddable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Model weights: ~1.68 GB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(HuggingFace cache)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Input:  any photo/render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Output: OBJ mesh → USD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Import / Export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STEP Import: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.STEP / .STP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OpenCascade (via build123d)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tessellate → UsdGeom.Mesh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preserve assembly structure as USD hierarchy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STEP Export: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USD prims with twin:generator metadata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Re-invoke generator with stored params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build123d solid → OCC STEP writer → .STEP file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Mesh Import: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OBJ / FBX / glTF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  mesh_importer.py → vertex/face extraction → UsdGeom.Mesh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Metadata &amp; Regeneration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36576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Every generated prim carries: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CustomData (standard metadata):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  twin:generator     = "wide_flange"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  twin:param:size    = "W10x22"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  twin:param:length  = 120.0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  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IEIP Namespace (catalog objects):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  ieip:entry_id      = "wide_flange"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  ieip:detail_level  = 2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│   ieip:param:*       = ...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36576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Regeneration Flow: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1. Read metadata from prim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└─ twin:generator → "wide_flange"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└─ twin:param:*   → {size, length}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2. Look up generator in registry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└─ EquipmentRegistry.get(entry_id)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3. Re-invoke create() with stored params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└─ WideFlangeMaker.create(**params)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4. Replace mesh data in-place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└─ Preserve transform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└─ Preserve mating connections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   └─ Update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900"/>
                </a:solidFill>
                <a:latin typeface="Segoe UI"/>
              </a:defRPr>
            </a:pPr>
            <a:r>
              <a:t>Change any parameter → regenerate geometry → connections and position preserved.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Tech Stack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41148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965960"/>
            <a:ext cx="8778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Layer              Technology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Runtime            NVIDIA Omniverse Kit 106+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Scene Format       USD (Universal Scene Description)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CAD Kernel         build123d  (OpenCascade B-Rep)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GPU Compute        PyTorch 2.5.1 + CUDA 12.1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AI Mesh Gen        TripoSR  (image → 3D)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UI Framework       omni.ui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Language           Python 3.10+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Data Formats       JSON  (AISC, assemblies, specs)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Coordinate Sys     Inches, Y-Up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Import / Export    STEP, OBJ, FBX, glTF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Version Control    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CCCCCC"/>
                </a:solidFill>
                <a:latin typeface="Consolas"/>
              </a:defRPr>
            </a:pPr>
            <a:r>
              <a:t> GPU Hardware       NVIDIA RTX A3000  (12 GB)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B900"/>
                </a:solidFill>
                <a:latin typeface="Segoe UI"/>
              </a:defRPr>
            </a:pPr>
            <a:r>
              <a:t>All units: inches  |  All geometry: B-Rep (not mesh approximation)  |  All output: USD-native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